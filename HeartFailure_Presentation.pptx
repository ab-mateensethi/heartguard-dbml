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7"/>
  </p:notesMasterIdLst>
  <p:sldIdLst>
    <p:sldId id="256" r:id="rId2"/>
    <p:sldId id="257" r:id="rId3"/>
    <p:sldId id="258" r:id="rId4"/>
    <p:sldId id="259" r:id="rId5"/>
    <p:sldId id="260" r:id="rId6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84" d="100"/>
          <a:sy n="84" d="100"/>
        </p:scale>
        <p:origin x="780" y="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66628518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FFFFFF"/>
            </a:solidFill>
            <a:prstDash val="solid"/>
          </a:ln>
        </p:spPr>
      </p:sp>
    </p:spTree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p14:dur="6000">
        <p15:prstTrans prst="curtains"/>
      </p:transition>
    </mc:Choice>
    <mc:Fallback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FFFFFF"/>
            </a:solidFill>
            <a:prstDash val="solid"/>
          </a:ln>
        </p:spPr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6000">
        <p:push dir="u"/>
      </p:transition>
    </mc:Choice>
    <mc:Fallback>
      <p:transition spd="slow">
        <p:push dir="u"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FFFFFF"/>
            </a:solidFill>
            <a:prstDash val="solid"/>
          </a:ln>
        </p:spPr>
      </p:sp>
    </p:spTree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p14:dur="6000">
        <p15:prstTrans prst="peelOff"/>
      </p:transition>
    </mc:Choice>
    <mc:Fallback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FFFFFF"/>
            </a:solidFill>
            <a:prstDash val="solid"/>
          </a:ln>
        </p:spPr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6000">
        <p:comb/>
      </p:transition>
    </mc:Choice>
    <mc:Fallback>
      <p:transition spd="slow">
        <p:comb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FFFFFF"/>
            </a:solidFill>
            <a:prstDash val="solid"/>
          </a:ln>
        </p:spPr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3000">
        <p:dissolve/>
      </p:transition>
    </mc:Choice>
    <mc:Fallback>
      <p:transition spd="slow">
        <p:dissolve/>
      </p:transition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5</Words>
  <Application>Microsoft Office PowerPoint</Application>
  <PresentationFormat>On-screen Show (16:9)</PresentationFormat>
  <Paragraphs>5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1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7" baseType="lpstr"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Heart Failure Prediction System</dc:title>
  <dc:subject>PptxGenJS Presentation</dc:subject>
  <dc:creator>Abdul Mateen</dc:creator>
  <cp:lastModifiedBy>Abdul Mateen Sethi</cp:lastModifiedBy>
  <cp:revision>2</cp:revision>
  <dcterms:created xsi:type="dcterms:W3CDTF">2026-06-09T20:37:11Z</dcterms:created>
  <dcterms:modified xsi:type="dcterms:W3CDTF">2026-06-09T20:42:28Z</dcterms:modified>
</cp:coreProperties>
</file>